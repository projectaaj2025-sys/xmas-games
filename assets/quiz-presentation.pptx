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Новогодняя викторина — презентация</dc:title>
  <dc:subject>70 вопросов: правила, игровое поле, вопросы и ответы</dc:subject>
  <dc:creator>Снежный переполох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